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68" r:id="rId2"/>
    <p:sldId id="457" r:id="rId3"/>
    <p:sldId id="464" r:id="rId4"/>
    <p:sldId id="466" r:id="rId5"/>
    <p:sldId id="467" r:id="rId6"/>
    <p:sldId id="468" r:id="rId7"/>
    <p:sldId id="469" r:id="rId8"/>
    <p:sldId id="471" r:id="rId9"/>
    <p:sldId id="470" r:id="rId10"/>
    <p:sldId id="472" r:id="rId11"/>
    <p:sldId id="474" r:id="rId12"/>
    <p:sldId id="473" r:id="rId13"/>
    <p:sldId id="477" r:id="rId14"/>
    <p:sldId id="496" r:id="rId15"/>
    <p:sldId id="478" r:id="rId16"/>
    <p:sldId id="497" r:id="rId17"/>
    <p:sldId id="498" r:id="rId18"/>
    <p:sldId id="483" r:id="rId19"/>
    <p:sldId id="484" r:id="rId20"/>
    <p:sldId id="482" r:id="rId21"/>
    <p:sldId id="485" r:id="rId22"/>
    <p:sldId id="486" r:id="rId23"/>
    <p:sldId id="487" r:id="rId24"/>
    <p:sldId id="488" r:id="rId25"/>
    <p:sldId id="489" r:id="rId26"/>
    <p:sldId id="490" r:id="rId27"/>
    <p:sldId id="491" r:id="rId28"/>
    <p:sldId id="492" r:id="rId29"/>
    <p:sldId id="493" r:id="rId30"/>
    <p:sldId id="494" r:id="rId3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F20"/>
    <a:srgbClr val="FF6D6D"/>
    <a:srgbClr val="FFED81"/>
    <a:srgbClr val="FFD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5BE263C-DBD7-4A20-BB59-AAB30ACAA65A}" styleName="Közepesen sötét stílus 3 – 2. jelölőszín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16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midt Péter Zsolt" userId="6196fb7c-f565-4813-880f-107e95fe6268" providerId="ADAL" clId="{BD8BDE6B-F0CF-45DD-921B-78B2B6055BA7}"/>
    <pc:docChg chg="undo redo custSel modSld sldOrd">
      <pc:chgData name="Schmidt Péter Zsolt" userId="6196fb7c-f565-4813-880f-107e95fe6268" providerId="ADAL" clId="{BD8BDE6B-F0CF-45DD-921B-78B2B6055BA7}" dt="2026-05-06T14:52:23.482" v="366"/>
      <pc:docMkLst>
        <pc:docMk/>
      </pc:docMkLst>
      <pc:sldChg chg="addSp delSp modSp mod">
        <pc:chgData name="Schmidt Péter Zsolt" userId="6196fb7c-f565-4813-880f-107e95fe6268" providerId="ADAL" clId="{BD8BDE6B-F0CF-45DD-921B-78B2B6055BA7}" dt="2026-05-06T14:05:14.542" v="304" actId="1076"/>
        <pc:sldMkLst>
          <pc:docMk/>
          <pc:sldMk cId="3513555570" sldId="464"/>
        </pc:sldMkLst>
        <pc:picChg chg="add mod">
          <ac:chgData name="Schmidt Péter Zsolt" userId="6196fb7c-f565-4813-880f-107e95fe6268" providerId="ADAL" clId="{BD8BDE6B-F0CF-45DD-921B-78B2B6055BA7}" dt="2026-05-06T14:05:14.542" v="304" actId="1076"/>
          <ac:picMkLst>
            <pc:docMk/>
            <pc:sldMk cId="3513555570" sldId="464"/>
            <ac:picMk id="3" creationId="{D80C7BAF-2B52-A35E-0B89-C3D2E55EFCBE}"/>
          </ac:picMkLst>
        </pc:picChg>
        <pc:picChg chg="del">
          <ac:chgData name="Schmidt Péter Zsolt" userId="6196fb7c-f565-4813-880f-107e95fe6268" providerId="ADAL" clId="{BD8BDE6B-F0CF-45DD-921B-78B2B6055BA7}" dt="2026-05-06T14:05:09.880" v="302" actId="478"/>
          <ac:picMkLst>
            <pc:docMk/>
            <pc:sldMk cId="3513555570" sldId="464"/>
            <ac:picMk id="4" creationId="{9387F5C0-4DDE-5456-F230-43506ACF12EA}"/>
          </ac:picMkLst>
        </pc:picChg>
      </pc:sldChg>
      <pc:sldChg chg="modSp mod">
        <pc:chgData name="Schmidt Péter Zsolt" userId="6196fb7c-f565-4813-880f-107e95fe6268" providerId="ADAL" clId="{BD8BDE6B-F0CF-45DD-921B-78B2B6055BA7}" dt="2026-05-06T14:35:52.371" v="306" actId="113"/>
        <pc:sldMkLst>
          <pc:docMk/>
          <pc:sldMk cId="731450818" sldId="468"/>
        </pc:sldMkLst>
        <pc:spChg chg="mod">
          <ac:chgData name="Schmidt Péter Zsolt" userId="6196fb7c-f565-4813-880f-107e95fe6268" providerId="ADAL" clId="{BD8BDE6B-F0CF-45DD-921B-78B2B6055BA7}" dt="2026-05-06T14:35:52.371" v="306" actId="113"/>
          <ac:spMkLst>
            <pc:docMk/>
            <pc:sldMk cId="731450818" sldId="468"/>
            <ac:spMk id="2" creationId="{C2A5821A-4C05-BF4B-A7D7-92EE940BE5C6}"/>
          </ac:spMkLst>
        </pc:spChg>
      </pc:sldChg>
      <pc:sldChg chg="modSp mod">
        <pc:chgData name="Schmidt Péter Zsolt" userId="6196fb7c-f565-4813-880f-107e95fe6268" providerId="ADAL" clId="{BD8BDE6B-F0CF-45DD-921B-78B2B6055BA7}" dt="2026-05-06T14:49:03.676" v="313"/>
        <pc:sldMkLst>
          <pc:docMk/>
          <pc:sldMk cId="2000210824" sldId="478"/>
        </pc:sldMkLst>
        <pc:spChg chg="mod">
          <ac:chgData name="Schmidt Péter Zsolt" userId="6196fb7c-f565-4813-880f-107e95fe6268" providerId="ADAL" clId="{BD8BDE6B-F0CF-45DD-921B-78B2B6055BA7}" dt="2026-05-06T14:49:03.676" v="313"/>
          <ac:spMkLst>
            <pc:docMk/>
            <pc:sldMk cId="2000210824" sldId="478"/>
            <ac:spMk id="2" creationId="{7BB49F05-0455-02D5-2EB2-9CC02C7431C6}"/>
          </ac:spMkLst>
        </pc:spChg>
      </pc:sldChg>
      <pc:sldChg chg="modSp mod">
        <pc:chgData name="Schmidt Péter Zsolt" userId="6196fb7c-f565-4813-880f-107e95fe6268" providerId="ADAL" clId="{BD8BDE6B-F0CF-45DD-921B-78B2B6055BA7}" dt="2026-05-06T14:42:45.724" v="307" actId="20577"/>
        <pc:sldMkLst>
          <pc:docMk/>
          <pc:sldMk cId="3390757936" sldId="487"/>
        </pc:sldMkLst>
        <pc:spChg chg="mod">
          <ac:chgData name="Schmidt Péter Zsolt" userId="6196fb7c-f565-4813-880f-107e95fe6268" providerId="ADAL" clId="{BD8BDE6B-F0CF-45DD-921B-78B2B6055BA7}" dt="2026-05-06T14:42:45.724" v="307" actId="20577"/>
          <ac:spMkLst>
            <pc:docMk/>
            <pc:sldMk cId="3390757936" sldId="487"/>
            <ac:spMk id="2" creationId="{AB979567-E3D4-00DA-7E69-F7A7BFBCC712}"/>
          </ac:spMkLst>
        </pc:spChg>
      </pc:sldChg>
      <pc:sldChg chg="modSp mod">
        <pc:chgData name="Schmidt Péter Zsolt" userId="6196fb7c-f565-4813-880f-107e95fe6268" providerId="ADAL" clId="{BD8BDE6B-F0CF-45DD-921B-78B2B6055BA7}" dt="2026-05-06T14:42:59.998" v="308" actId="20577"/>
        <pc:sldMkLst>
          <pc:docMk/>
          <pc:sldMk cId="2328912295" sldId="488"/>
        </pc:sldMkLst>
        <pc:spChg chg="mod">
          <ac:chgData name="Schmidt Péter Zsolt" userId="6196fb7c-f565-4813-880f-107e95fe6268" providerId="ADAL" clId="{BD8BDE6B-F0CF-45DD-921B-78B2B6055BA7}" dt="2026-05-06T14:42:59.998" v="308" actId="20577"/>
          <ac:spMkLst>
            <pc:docMk/>
            <pc:sldMk cId="2328912295" sldId="488"/>
            <ac:spMk id="2" creationId="{180092E7-5633-0F3F-6F56-AC1D439F6CBC}"/>
          </ac:spMkLst>
        </pc:spChg>
      </pc:sldChg>
      <pc:sldChg chg="modSp mod">
        <pc:chgData name="Schmidt Péter Zsolt" userId="6196fb7c-f565-4813-880f-107e95fe6268" providerId="ADAL" clId="{BD8BDE6B-F0CF-45DD-921B-78B2B6055BA7}" dt="2026-05-06T14:44:18.484" v="309" actId="20577"/>
        <pc:sldMkLst>
          <pc:docMk/>
          <pc:sldMk cId="950631307" sldId="491"/>
        </pc:sldMkLst>
        <pc:spChg chg="mod">
          <ac:chgData name="Schmidt Péter Zsolt" userId="6196fb7c-f565-4813-880f-107e95fe6268" providerId="ADAL" clId="{BD8BDE6B-F0CF-45DD-921B-78B2B6055BA7}" dt="2026-05-06T14:44:18.484" v="309" actId="20577"/>
          <ac:spMkLst>
            <pc:docMk/>
            <pc:sldMk cId="950631307" sldId="491"/>
            <ac:spMk id="2" creationId="{1C0DED01-5DD3-9262-6B83-E60DFFDD92F1}"/>
          </ac:spMkLst>
        </pc:spChg>
      </pc:sldChg>
      <pc:sldChg chg="modSp mod">
        <pc:chgData name="Schmidt Péter Zsolt" userId="6196fb7c-f565-4813-880f-107e95fe6268" providerId="ADAL" clId="{BD8BDE6B-F0CF-45DD-921B-78B2B6055BA7}" dt="2026-05-06T14:52:23.482" v="366"/>
        <pc:sldMkLst>
          <pc:docMk/>
          <pc:sldMk cId="16012399" sldId="494"/>
        </pc:sldMkLst>
        <pc:spChg chg="mod">
          <ac:chgData name="Schmidt Péter Zsolt" userId="6196fb7c-f565-4813-880f-107e95fe6268" providerId="ADAL" clId="{BD8BDE6B-F0CF-45DD-921B-78B2B6055BA7}" dt="2026-05-06T14:52:23.482" v="366"/>
          <ac:spMkLst>
            <pc:docMk/>
            <pc:sldMk cId="16012399" sldId="494"/>
            <ac:spMk id="2" creationId="{288F857F-9E59-246B-EFD5-A5988CA125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7B57D-3BA7-42B8-8174-5046FBC5E208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FB2BB-653A-42EC-A821-BBCAB63218C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2847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562A7-89F6-07EA-29AD-D6AF3AB8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B5AA987-AAB4-23BC-5B09-34AE99A65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DC58151-E063-B483-116D-3AD1E918A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DA17A33-8600-21E6-9B2E-43B9620E5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459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4D487-A396-E657-43F0-997034C4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0DD2173-0F12-594F-C5F2-33F1C8F71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D1DCC8F-5FFB-58F4-9214-5F6EAA124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998BD59-F019-F5E5-E659-A989CF394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8331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C658-1E57-E501-80E2-C8341708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5922E28-8743-90E4-D366-A2F70B069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921D552-E3DA-05A7-F03E-6E406625B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EA4A601-10FA-EDBA-E034-C1B12B661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4140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18C4-0998-1F99-6BBE-C95301C4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1254D86-D8E9-889B-7478-EBA8EBA3D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D54A688-AEEB-E90F-0651-783A4CE4D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755DAEF-EAFB-42B0-682B-80210D0D4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040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221DA-84FD-C6BD-E72C-5C34C023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079C13C-89D1-388A-BFEB-363FF4524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44C67A9-1555-2310-F147-FEABECD05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64DFC5A-56EA-7149-94EB-B4E0528F7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7222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F7A1-B46D-3B71-52E0-9CD5A5913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A8F3BF1-27C2-57E5-044C-0A86A4BC6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240E24B-FDCC-A50C-6D6B-8B5449B71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AE20683-2881-5015-0CA5-25BCA5C7B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396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04A4-3605-AA8A-DDDE-4E57188C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89B6DEE-9758-3197-2D65-D06FC6189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D54145D4-BD96-5506-3DC0-526D3E459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9965D64-ECB0-BCE1-364F-31394951B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8427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588E5-81BC-8339-9372-2050E419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ABCCB0A-063C-F5DF-59CF-29C0673DC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D067D9AF-4C4D-A427-4866-AF8E8CABC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4A92D09-57ED-2BD6-D018-24CB7081A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2685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659B-651D-C7D4-3279-60ED0C9D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52F1F02-E830-BA51-419E-8EB381D2B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A428F3F-F761-E03F-4557-3BAFE8153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D6D6D75-5463-7FCF-56A5-54A6FFD5B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7989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4A74D-39C9-1188-D6ED-66C7C79B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10C22EB-6BAA-F0B3-F175-D0F3525C1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2DBF55A-14C5-C12E-4727-D6F98724D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21CE7C5-DE10-3DF7-3EB1-6EDC57DBF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3960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C42B-8A0E-FE5F-2EF4-105ACF56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B81FB0F5-3852-9642-01C5-EF29A2F1B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3AC5438-B7B8-6090-97E2-9100DC822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8C7E69F-FAED-50C8-3BEA-23CB8CBC0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9458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AFF0-CA9C-874E-CBAA-87BDF91D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D401B96-EF03-7A42-C810-F8248F16A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49BE3A4-9D55-5D62-8DC9-EE1060122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8943595-B13E-FFBA-CBCD-4EF38FD9B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645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0D7FC-BA76-146D-185F-5EAE1328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2B9F546-8360-9FDD-D027-6D6EBB8A4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54C1D94-6E50-795F-DEF2-378C0F6B5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5242562-D321-584D-1727-CE11A1B0E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8167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5F8D-FEB2-2B7F-8C4D-B5F6EFCA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3AFA661-8518-5A56-4081-13C60F696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F3C8B98-D5BF-FBAC-DC2C-3C5506A60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A1B0070-6BD3-185C-69EE-6A489BE2E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031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8934-9D46-A7C8-3096-BA1CC636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384B437-2EAB-6CD3-138F-47629618D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DFE81B61-4662-F5D0-C4F0-6446B98B0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9F0FD69-14D5-28AB-4263-1EF59BE08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6878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50717-4B28-5ED1-7978-E5743913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ABA0298-7B08-8BD0-8102-CA99D96D0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06BE502-6A8A-83BB-FF4E-83D47527F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3CA41BC-76BD-57C5-BA33-2DB7114E4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7180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8422-5C60-5BBA-C231-79641B62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3739D3C-7BF9-56D2-2FB7-F906D7AB8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E50BB64-BAE5-880D-7035-0D98153FD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580C11B-6764-3E80-B0DF-7EAA718A6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09810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816D9-786B-7B39-6904-8A92981E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BED2EEF-3686-183F-677B-44FABD5B7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A5DF28D-46A3-8E38-2843-81032A404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56E7E98-1EA3-7C4A-CCD6-1CD7E9E2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7187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A7EB8-F1F1-593E-2DA1-CF0A50FCF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AEF1670-96B9-A044-3F01-69C753A6C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53C9C3E-5487-11BD-C7E8-A68A708E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A2FB6E1-4951-4DDC-D449-EC1E65921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93813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32F5A-AC7A-E3F4-9234-6A708265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FDFAA29-E001-07BE-082E-933E22AE8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13BB17B-719D-6F2B-FB43-57D1C5A81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0F7E2EA-EFD2-54BC-D2C6-D81E142C1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39918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4467-B9A8-FDA8-3541-0BC62749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C60CFA7-0754-3F89-0E8A-AD65063E8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424E34B-E7BD-2358-2CD4-00B3DD9E4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E752105-6EA1-4B03-918F-06F5F8E52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5242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73623-B766-2D15-DB32-6F494DBA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A7364A0-3276-07BA-6721-1E8515F45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E158926-0ECF-5CFC-6584-712C84A3C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F6CEE9A-DE4D-24EF-45C2-8F1185C8E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57638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4989-B1EA-1748-1F69-815EF8371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61F92EC-626C-E355-3FC5-73D47DDBE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0677160-1AE8-580C-6C38-D3DB3016E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D9181AF-4F2A-2642-ACCA-AE5D42B43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58522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5CEE-0BB4-3235-E334-BACC40D33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D86E097-BB42-EA0F-986F-056F8FB6B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B5DA950-8793-7243-B49E-05CBF991D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9336545-9A8B-5FE5-5905-128C05F1A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55074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F640-3233-3992-A33C-31AECBA7A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EE6C1E4-CC73-94F6-DF67-30320B50E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5498BA5-9AED-B83B-67C5-0B387F660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9D504D5-7E9E-0570-27BA-80E94E3FC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71862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C6A64-176D-DBE1-B304-7D43AC7F5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D888688-A89F-A246-ECF9-9571CFE28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6CB4B37-B261-F87A-397B-1DC0BC032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EDF2451-D229-9375-05AB-4F3A499FF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0005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20C3D-9BC7-3C61-CE96-759D081F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0F00EF4-EF20-68D4-05FA-1BD9F8418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95ABAF0-ADBB-A1F6-53AA-9FF1677A4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406096E-0FAB-F10F-E42F-E73EF3425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02752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F34DD-4D5E-2D92-5ABE-B6F81236E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86B7EEB-F92F-9C18-02CA-3DD8192AD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3B14575-09EA-FF61-F5CE-60F5D5ACA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B1A5510-445B-F06B-E0CB-6208A0318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23045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7F40F-0AE4-5D4C-DAE6-09C57CF3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D9AC72B-A07D-D0A5-AFEE-B482BF93E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36D20A3-6987-747F-1FDA-71B0F95C0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0BB2789-6091-E34D-2FA9-EC6400FDD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77303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83A02-4623-8C05-B8A0-B5EB2AFF3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0622C4D-BDA8-618A-5C0D-A617D969E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67AA03E-2172-A725-AD86-E8EA644EA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2DDC276-6BE3-8FCD-797E-7EDDAC7C2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0632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24A936-DE13-9AE8-E9F4-3C014A2F9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6B9F291-DE06-5975-CAB3-ECCD1C018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5DAAD77-4369-50A3-26B9-276B33B1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A7EEE8-9CF8-E030-13C5-9D0C9E6F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E1B987E-A54B-540D-25FF-F6391DC2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582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DC84D7-A3DF-EF3D-BC96-4F2386D58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E2FD4A-0B13-784C-C6EA-D4EA9F00F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598CD98-672E-0BAA-937A-45E59FA0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4820CC0-E50B-6E62-2230-086E6D9A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E1B600C-47C0-ED0A-9150-EED76593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023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515C03-8439-11E7-A374-EBCF5408B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561F7C2-551F-8A47-FA58-E7DC732C9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809E8F-A090-2689-E11E-0BBBB891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0B30472-13BE-CB4E-6ED2-BDFDECA8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4EE62EA-5831-FB4E-CAFF-6D6CDC25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75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FB580B-3C18-318D-2883-D916D66A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BBEE66-10F2-F759-1234-53A024C3D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7408243-E474-ABC0-687C-C4FF68164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F403557-A295-0A39-B76A-EDFCA209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C0BB515-E81B-F1ED-EAAA-5CC4268D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A340E68-A416-486D-47D3-C5C9E65B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294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45F59C-4406-9930-24FB-F18FE73D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BDF2251-9309-642A-FC58-0926D4D6F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75BD146-9A32-E74D-AF82-E2B1BB1F2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E514B69-1177-69EC-386A-D98078040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E343FF4-D252-245C-CACE-038AB1216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683A8D1-A96D-E262-6594-0EB52E52B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BB207B8-8625-348A-92A5-AAB4B38B0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D3D8520-4EEE-56A8-9981-21EBD985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742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DB12B1-2538-1635-3175-C10F3188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76F88C1-1A80-6661-9960-31FE7D58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86C6462-DF74-CB71-A8D1-0F7836E5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07EBC2E-FBDF-805B-519C-D1C195F8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227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9940705-F7CF-EC43-B1FC-CCF141CB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E089938-F86E-397F-4D4F-A254FF87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D473F81-5836-CD63-4EE0-3B2BA2310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242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24FDDE-7BF6-A095-1F15-ACF2B5C6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4E022C-673E-ED16-930E-CBD31DEB8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0C32557-E41E-AA7E-C284-1DC8FA12A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D08C8CA-08D7-F91C-7221-D33D43BB3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D4E7939-9711-5C3A-19A0-8033632C1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BDB1425-494E-4399-6104-36CDE6CD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049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D56C97-BFC2-47AC-6819-56B6CBE31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5CD7F39-5B56-1138-D8BD-FBE841224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7959D52-2D71-17C8-0B3B-7B84240D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CDCA088-8482-A657-3390-D79D6046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2DFC83A-9E5C-AA32-941C-CD68F2EF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4594F03-0002-AE9F-6F3E-806EBB51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357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877B9B-A0CC-2959-F281-7CDF72CE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921DBF1-E17E-E6D1-3542-8A765B9A7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42606F-2D1D-3E15-CF85-2F24C7E3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D3C1DB-3B5B-9973-B512-01EB2174E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95A5577-5FC6-6CE2-D382-F3EC1169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171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BE5938B-9ED2-9534-BF9F-DB7394015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76E1A43-1FCF-9481-D3B8-19EDACC95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299DD8-3BC5-B95A-7BA6-7FD08F1F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6A7A199-296E-85E6-9982-200C5EA6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664F8B-B0F4-46D0-50F1-9EAE5C6A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174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2D29A43-DDFE-D63E-7B1A-C38290BD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5E90358-28F2-8CBD-C250-34AC6D6E8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BAFA38E-E916-DB71-437E-669A2046A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D742F-F17A-4032-A023-5C7FE466041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B7AEF3-2364-8BD5-F605-4285AE89D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E067EF5-16FA-ECF1-960D-E07FD5902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700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32D6E-4200-A5B0-9440-53A56C10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képernyőkép, té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717D0D7-2C07-9D36-8E97-57E4CAD10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98"/>
          <a:stretch>
            <a:fillRect/>
          </a:stretch>
        </p:blipFill>
        <p:spPr>
          <a:xfrm>
            <a:off x="202211" y="13132"/>
            <a:ext cx="11787577" cy="6844868"/>
          </a:xfrm>
          <a:prstGeom prst="rect">
            <a:avLst/>
          </a:prstGeom>
        </p:spPr>
      </p:pic>
      <p:pic>
        <p:nvPicPr>
          <p:cNvPr id="2" name="Kép 1" descr="A képen szöveg, Betűtípus, szimbólum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1770857-9452-B18D-92F1-4A6AEBEF9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332" y="5708699"/>
            <a:ext cx="1066949" cy="87642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3F26D4D-8FAE-23E7-C684-6775B2836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506" y="1907691"/>
            <a:ext cx="6706536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4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20C96-D87E-ACEB-6789-ED59AEFD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64C6C2F3-3046-DC31-6F5A-D2D1FD80CFFD}"/>
              </a:ext>
            </a:extLst>
          </p:cNvPr>
          <p:cNvSpPr txBox="1"/>
          <p:nvPr/>
        </p:nvSpPr>
        <p:spPr>
          <a:xfrm>
            <a:off x="3681699" y="68295"/>
            <a:ext cx="482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ARCHITECTURE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35CE7BB-5B6F-AF7B-7822-1F76013357E3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</a:t>
            </a:r>
            <a:r>
              <a:rPr lang="en-US" sz="2400" b="1">
                <a:solidFill>
                  <a:schemeClr val="bg1"/>
                </a:solidFill>
              </a:rPr>
              <a:t>Schema 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</a:t>
            </a:r>
            <a:r>
              <a:rPr lang="hu-HU" sz="2400" b="1">
                <a:solidFill>
                  <a:srgbClr val="FFDF20"/>
                </a:solidFill>
              </a:rPr>
              <a:t>		</a:t>
            </a:r>
            <a:r>
              <a:rPr lang="en-US" sz="2400" b="1">
                <a:solidFill>
                  <a:srgbClr val="FFDF20"/>
                </a:solidFill>
              </a:rPr>
              <a:t>→ Middleware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rgbClr val="FFDF20"/>
                </a:solidFill>
              </a:rPr>
              <a:t>→ Routing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Controller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hu-HU" sz="2400" b="1">
                <a:solidFill>
                  <a:srgbClr val="FFDF20"/>
                </a:solidFill>
              </a:rPr>
              <a:t>		</a:t>
            </a:r>
            <a:r>
              <a:rPr lang="en-US" sz="2400" b="1">
                <a:solidFill>
                  <a:srgbClr val="FFDF20"/>
                </a:solidFill>
              </a:rPr>
              <a:t>→ Service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</a:t>
            </a:r>
            <a:r>
              <a:rPr lang="en-US" sz="2400" b="1">
                <a:solidFill>
                  <a:srgbClr val="FFDF20"/>
                </a:solidFill>
              </a:rPr>
              <a:t>→ Repository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	</a:t>
            </a:r>
            <a:r>
              <a:rPr lang="en-US" sz="2400" b="1">
                <a:solidFill>
                  <a:srgbClr val="FFDF20"/>
                </a:solidFill>
              </a:rPr>
              <a:t>→ Data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		</a:t>
            </a:r>
            <a:r>
              <a:rPr lang="en-US" sz="2400" b="1">
                <a:solidFill>
                  <a:srgbClr val="FFDF20"/>
                </a:solidFill>
              </a:rPr>
              <a:t>→ Response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132BF35-E663-C357-DD30-CA4B03147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42A6E586-4102-F825-F838-EF40A77F703F}"/>
              </a:ext>
            </a:extLst>
          </p:cNvPr>
          <p:cNvSpPr/>
          <p:nvPr/>
        </p:nvSpPr>
        <p:spPr>
          <a:xfrm>
            <a:off x="1043664" y="1105729"/>
            <a:ext cx="1072008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3833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B4C9E-B469-E062-60CF-A025D6EB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F1A5050-0303-78F3-BAB7-0866AEBFD03E}"/>
              </a:ext>
            </a:extLst>
          </p:cNvPr>
          <p:cNvSpPr txBox="1"/>
          <p:nvPr/>
        </p:nvSpPr>
        <p:spPr>
          <a:xfrm>
            <a:off x="4108281" y="68295"/>
            <a:ext cx="3975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CLIENT-SIDE DESIGN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C5AAB4E-05F6-C882-E5DD-AFDE898B3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7316BBB9-A16A-93F3-9AD6-81B9B7367D11}"/>
              </a:ext>
            </a:extLst>
          </p:cNvPr>
          <p:cNvSpPr txBox="1"/>
          <p:nvPr/>
        </p:nvSpPr>
        <p:spPr>
          <a:xfrm>
            <a:off x="1542414" y="1701053"/>
            <a:ext cx="9107171" cy="46786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public/TaskManager.html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D80C7BAF-2B52-A35E-0B89-C3D2E55EF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904" y="2168922"/>
            <a:ext cx="8507012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5557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FACA8-494C-96E9-D3F6-9D154FB2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440EBC9D-F7F7-A814-8A4F-507B4383AECC}"/>
              </a:ext>
            </a:extLst>
          </p:cNvPr>
          <p:cNvSpPr txBox="1"/>
          <p:nvPr/>
        </p:nvSpPr>
        <p:spPr>
          <a:xfrm>
            <a:off x="3177640" y="68295"/>
            <a:ext cx="5836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CLIENT-SIDE DATA STRUCTURE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2605145-AF77-C887-28DB-0DC8C84DC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50EADE59-C06E-8D2E-214E-7FB4CB4B6DD3}"/>
              </a:ext>
            </a:extLst>
          </p:cNvPr>
          <p:cNvSpPr txBox="1"/>
          <p:nvPr/>
        </p:nvSpPr>
        <p:spPr>
          <a:xfrm>
            <a:off x="1813204" y="1181100"/>
            <a:ext cx="10137367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public/TaskManager.js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let fellows = [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name: "Alice Brown",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email: "alice.brown@example.com"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name: "Chris Evans",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email: "chris.evans@example.com"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name: "David Smith",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email: "david.smith@example.com"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66674370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A75BC-4160-A5B0-335E-E32BA72E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56732FC-B2BD-2A28-5FF5-CAC3D5FA1CFE}"/>
              </a:ext>
            </a:extLst>
          </p:cNvPr>
          <p:cNvSpPr txBox="1"/>
          <p:nvPr/>
        </p:nvSpPr>
        <p:spPr>
          <a:xfrm>
            <a:off x="3177637" y="68295"/>
            <a:ext cx="5836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CLIENT-SIDE DATA STRUCTURE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5663560-7179-2D77-1762-384029851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908E751D-B739-1FDB-ED68-97DF05F56A92}"/>
              </a:ext>
            </a:extLst>
          </p:cNvPr>
          <p:cNvSpPr txBox="1"/>
          <p:nvPr/>
        </p:nvSpPr>
        <p:spPr>
          <a:xfrm>
            <a:off x="1813204" y="1181100"/>
            <a:ext cx="10137367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public/TaskManager.js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let tasks = [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id: 101,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title: "Update UI Components",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description: "Finalize the Bootstrap integration for the client.",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status: "In Progress",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deadline: "2026-04-15T10:00",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repeatEvery: 1,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repeatUnit: "Week",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fellows: [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"alice.brown@example.com",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"chris.evans@example.com"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]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},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24909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471D7-2E1E-4501-0A38-0C9F689E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E1A5906E-5A32-7E83-1F76-38DF2458DADF}"/>
              </a:ext>
            </a:extLst>
          </p:cNvPr>
          <p:cNvSpPr txBox="1"/>
          <p:nvPr/>
        </p:nvSpPr>
        <p:spPr>
          <a:xfrm>
            <a:off x="3873854" y="68295"/>
            <a:ext cx="4444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CLIENT-SIDE API CALLS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95FE58C-13F5-F8FE-29B0-424B599E7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C2A5821A-4C05-BF4B-A7D7-92EE940BE5C6}"/>
              </a:ext>
            </a:extLst>
          </p:cNvPr>
          <p:cNvSpPr txBox="1"/>
          <p:nvPr/>
        </p:nvSpPr>
        <p:spPr>
          <a:xfrm>
            <a:off x="1813204" y="1181100"/>
            <a:ext cx="10137367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public/TaskManager.js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loadFellows()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	try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	  const res = await fetch('/api/fellows');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GET FELLOWS</a:t>
            </a:r>
            <a:endParaRPr lang="en-US" sz="2000" b="1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	  fellows = await handleJsonResponse(res);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	  renderFellowsSelect();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	} catch (error)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	  alert('Error loading fellows: ' + error.message);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	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145081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F8A9B-1A0D-2F48-3B44-A7CCAE23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763B1B06-9875-48FE-99A7-3EBF8B83DA29}"/>
              </a:ext>
            </a:extLst>
          </p:cNvPr>
          <p:cNvSpPr txBox="1"/>
          <p:nvPr/>
        </p:nvSpPr>
        <p:spPr>
          <a:xfrm>
            <a:off x="3873854" y="68295"/>
            <a:ext cx="4444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CLIENT-SIDE API CALLS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C38F161-3BCA-FCA7-65C5-8A9A677FF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53520103-CB9F-F950-8F57-2F87426AE849}"/>
              </a:ext>
            </a:extLst>
          </p:cNvPr>
          <p:cNvSpPr txBox="1"/>
          <p:nvPr/>
        </p:nvSpPr>
        <p:spPr>
          <a:xfrm>
            <a:off x="1813204" y="903194"/>
            <a:ext cx="10137367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public/TaskManager.js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createFellow()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CLIENT-SIDE VALIDITY CHECK HERE …</a:t>
            </a:r>
            <a:endParaRPr lang="en-US" sz="2000" b="1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res = await fetch('/api/fellows',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method: 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'POST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headers: { 'Content-Type': 'application/json' },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body: JSON.stringify(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{ name, email }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});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newFellow = await handleJsonResponse(res);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fellows.push(newFellow);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renderFellowsSelect();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addFellowForm.reset();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addFellowModal.classList.add('d-none');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HIDE FELLOW FORM</a:t>
            </a:r>
            <a:endParaRPr lang="en-US" sz="2000" b="1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 catch (error)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alert('Error creating fellow: ' + error.message);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67012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FEBA9-B41A-CDB5-820C-59514DC8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7D12C39-5A6C-0AB2-CAEE-C1E19627C1D0}"/>
              </a:ext>
            </a:extLst>
          </p:cNvPr>
          <p:cNvSpPr txBox="1"/>
          <p:nvPr/>
        </p:nvSpPr>
        <p:spPr>
          <a:xfrm>
            <a:off x="3873854" y="68295"/>
            <a:ext cx="4444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CLIENT-SIDE API CALLS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761837B-6ACC-114E-8CB6-0B1D740BE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0F3C1D9-9F78-EEED-3CB5-C412C62B1DC4}"/>
              </a:ext>
            </a:extLst>
          </p:cNvPr>
          <p:cNvSpPr txBox="1"/>
          <p:nvPr/>
        </p:nvSpPr>
        <p:spPr>
          <a:xfrm>
            <a:off x="1813204" y="1181100"/>
            <a:ext cx="10137367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public/TaskManager.js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loadTasks(sortBy)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res = await fetch('/api/tasks');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GET TASKS</a:t>
            </a:r>
            <a:endParaRPr lang="en-US" sz="2000" b="1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tasks = await handleJsonResponse(res);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renderTasks(sortBy);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 catch (error)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alert('Error loading tasks: ' + error.message);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442228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E6E24-01EF-085C-7284-02887627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78E36B1A-2FF9-BD34-9C0B-17E249968B2D}"/>
              </a:ext>
            </a:extLst>
          </p:cNvPr>
          <p:cNvSpPr txBox="1"/>
          <p:nvPr/>
        </p:nvSpPr>
        <p:spPr>
          <a:xfrm>
            <a:off x="3873854" y="68295"/>
            <a:ext cx="4444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CLIENT-SIDE API CALLS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1B6DF80-90BE-2B56-2187-AB11C0DC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AC0937B-6840-7AB1-8B68-DAC2CCAD44EA}"/>
              </a:ext>
            </a:extLst>
          </p:cNvPr>
          <p:cNvSpPr txBox="1"/>
          <p:nvPr/>
        </p:nvSpPr>
        <p:spPr>
          <a:xfrm>
            <a:off x="1813204" y="903194"/>
            <a:ext cx="10137367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public/TaskManager.js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createNewTask(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payload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res = await fetch('/api/tasks',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method: 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'POST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headers: { 'Content-Type': 'application/json' },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body: JSON.stringify(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payload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});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created = await handleJsonResponse(res);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tasks.push(created);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renderTasks();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addTaskForm.reset();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addTaskModal.classList.add('d-none'); </a:t>
            </a: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HIDE TASK FORM</a:t>
            </a:r>
            <a:endParaRPr lang="en-US" sz="2000" b="1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 catch (error)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alert('Error creating task: ' + error.message);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164481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0EA58-9EA0-6134-B6A0-08C96A44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8826F9D3-EF9E-5096-3425-508FD662CF8E}"/>
              </a:ext>
            </a:extLst>
          </p:cNvPr>
          <p:cNvSpPr txBox="1"/>
          <p:nvPr/>
        </p:nvSpPr>
        <p:spPr>
          <a:xfrm>
            <a:off x="3873854" y="68295"/>
            <a:ext cx="4444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CLIENT-SIDE API CALLS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711FA74-F3B3-9479-885A-30A1A7DA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D3DF71E9-2885-18F4-9430-35E43E51540C}"/>
              </a:ext>
            </a:extLst>
          </p:cNvPr>
          <p:cNvSpPr txBox="1"/>
          <p:nvPr/>
        </p:nvSpPr>
        <p:spPr>
          <a:xfrm>
            <a:off x="1813204" y="903194"/>
            <a:ext cx="10137367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public/TaskManager.js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updateExistingTask(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taskId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payload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res = await fetch(`/api/tasks/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${taskId}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`,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method: 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'PUT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headers: { 'Content-Type': 'application/json' },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body: JSON.stringify(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payload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});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updated = await handleJsonResponse(res);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idx = tasks.findIndex(t =&gt; String(t.id) === String(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taskId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if (idx !== -1) tasks[idx] = updated;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renderTasks();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addTaskForm.reset();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addTaskModal.classList.add('d-none'); </a:t>
            </a: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HIDE TASK FORM</a:t>
            </a:r>
            <a:endParaRPr lang="en-US" sz="2000" b="1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 catch (error)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alert('Error updating task: ' + error.message);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317659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E1614-ACC8-4420-BF1D-F5CA6686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81B3CEF9-4F91-879E-619F-676ED29871E7}"/>
              </a:ext>
            </a:extLst>
          </p:cNvPr>
          <p:cNvSpPr txBox="1"/>
          <p:nvPr/>
        </p:nvSpPr>
        <p:spPr>
          <a:xfrm>
            <a:off x="3681699" y="68295"/>
            <a:ext cx="482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ARCHITECTURE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0BD23C04-5FDD-3C8C-8A91-0ED61D0CB4C1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92D050"/>
                </a:solidFill>
              </a:rPr>
              <a:t>Client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</a:t>
            </a:r>
            <a:r>
              <a:rPr lang="en-US" sz="2400" b="1">
                <a:solidFill>
                  <a:schemeClr val="bg1"/>
                </a:solidFill>
              </a:rPr>
              <a:t>Schema 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</a:t>
            </a:r>
            <a:r>
              <a:rPr lang="hu-HU" sz="2400" b="1">
                <a:solidFill>
                  <a:srgbClr val="FFDF20"/>
                </a:solidFill>
              </a:rPr>
              <a:t>		</a:t>
            </a:r>
            <a:r>
              <a:rPr lang="en-US" sz="2400" b="1">
                <a:solidFill>
                  <a:srgbClr val="FFDF20"/>
                </a:solidFill>
              </a:rPr>
              <a:t>→ Middleware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rgbClr val="FFDF20"/>
                </a:solidFill>
              </a:rPr>
              <a:t>→ Routing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Controller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hu-HU" sz="2400" b="1">
                <a:solidFill>
                  <a:srgbClr val="FFDF20"/>
                </a:solidFill>
              </a:rPr>
              <a:t>		</a:t>
            </a:r>
            <a:r>
              <a:rPr lang="en-US" sz="2400" b="1">
                <a:solidFill>
                  <a:srgbClr val="FFDF20"/>
                </a:solidFill>
              </a:rPr>
              <a:t>→ Service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</a:t>
            </a:r>
            <a:r>
              <a:rPr lang="en-US" sz="2400" b="1">
                <a:solidFill>
                  <a:srgbClr val="FFDF20"/>
                </a:solidFill>
              </a:rPr>
              <a:t>→ Repository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	</a:t>
            </a:r>
            <a:r>
              <a:rPr lang="en-US" sz="2400" b="1">
                <a:solidFill>
                  <a:srgbClr val="FFDF20"/>
                </a:solidFill>
              </a:rPr>
              <a:t>→ Data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		</a:t>
            </a:r>
            <a:r>
              <a:rPr lang="en-US" sz="2400" b="1">
                <a:solidFill>
                  <a:srgbClr val="FFDF20"/>
                </a:solidFill>
              </a:rPr>
              <a:t>→ Response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7D17142-2EA0-4653-6BC0-A279F1761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6A044716-273B-65E7-67EF-8E37A4D46B76}"/>
              </a:ext>
            </a:extLst>
          </p:cNvPr>
          <p:cNvSpPr/>
          <p:nvPr/>
        </p:nvSpPr>
        <p:spPr>
          <a:xfrm>
            <a:off x="3751005" y="2934529"/>
            <a:ext cx="3860030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59FC5599-7D0F-8789-DB46-04EF9060900D}"/>
              </a:ext>
            </a:extLst>
          </p:cNvPr>
          <p:cNvCxnSpPr>
            <a:cxnSpLocks/>
          </p:cNvCxnSpPr>
          <p:nvPr/>
        </p:nvCxnSpPr>
        <p:spPr>
          <a:xfrm flipH="1" flipV="1">
            <a:off x="3908612" y="3429000"/>
            <a:ext cx="3442447" cy="23583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773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AFC55-F5A8-BAC4-7E42-46F40340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7CFA4EA5-A3E9-5847-D644-6CCF7629CBF7}"/>
              </a:ext>
            </a:extLst>
          </p:cNvPr>
          <p:cNvSpPr txBox="1"/>
          <p:nvPr/>
        </p:nvSpPr>
        <p:spPr>
          <a:xfrm>
            <a:off x="4122580" y="68295"/>
            <a:ext cx="39469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SCHEMA EXTENSION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49C39F2-FA7C-32E9-37A9-806FFB295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9480900F-2BAF-154F-F7E1-23409F1C57C8}"/>
              </a:ext>
            </a:extLst>
          </p:cNvPr>
          <p:cNvSpPr txBox="1"/>
          <p:nvPr/>
        </p:nvSpPr>
        <p:spPr>
          <a:xfrm>
            <a:off x="1813204" y="903194"/>
            <a:ext cx="10137367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schema/csvSchemas.js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const csvSchemas = {  // filename --&gt; columns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fellows.csv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':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columns: ['name', 'email']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'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tasks.csv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':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columns: [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'id',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'title',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'description',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'status',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'deadline',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'repeatEvery',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'repeatUnit',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 'fellows'      </a:t>
            </a: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Email addresses separated by semi-colon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]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2435189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5FEA4-2CF2-A0E6-87FA-1EE69FB1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804FC526-D6DF-2EEE-E37D-E83045901D2E}"/>
              </a:ext>
            </a:extLst>
          </p:cNvPr>
          <p:cNvSpPr txBox="1"/>
          <p:nvPr/>
        </p:nvSpPr>
        <p:spPr>
          <a:xfrm>
            <a:off x="3196413" y="68295"/>
            <a:ext cx="5799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MANAGE FELLOW REPOSITORY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1011B60-1005-6DA9-4316-180366923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D92B204-2A9F-CB9D-20C4-4F565B8CD22F}"/>
              </a:ext>
            </a:extLst>
          </p:cNvPr>
          <p:cNvSpPr txBox="1"/>
          <p:nvPr/>
        </p:nvSpPr>
        <p:spPr>
          <a:xfrm>
            <a:off x="1219200" y="903194"/>
            <a:ext cx="10731371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repositories/fellowRepository.js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path from 'path';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{ csvSchemas } from '../schema/csvSchemas.js';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{ readCSVFile, writeCSVFile, csvToJson, jsonToCsv }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from '../data/csvAdapter.js';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const FILE_NAME = '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fellows.csv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const FILE_PATH = path.join(process.cwd(), 'data', FILE_NAME);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const schema = csvSchemas[FILE_NAME];</a:t>
            </a:r>
          </a:p>
          <a:p>
            <a:pPr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let fellows = [];</a:t>
            </a:r>
          </a:p>
          <a:p>
            <a:pPr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loadFellows()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csv = await readCSVFile(FILE_PATH);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(!csv)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emptyCSV = jsonToCsv([], schema);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await writeCSVFile(FILE_PATH, emptyCSV);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fellows = csvToJson(csv, schema);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473975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B092D-5089-A6FE-B551-A3E01B1B9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DB6AE9DC-8277-9533-01EB-8A121BFC25C7}"/>
              </a:ext>
            </a:extLst>
          </p:cNvPr>
          <p:cNvSpPr txBox="1"/>
          <p:nvPr/>
        </p:nvSpPr>
        <p:spPr>
          <a:xfrm>
            <a:off x="3196413" y="68295"/>
            <a:ext cx="5799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MANAGE FELLOW REPOSITORY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6502C3C-791F-D137-1D58-AC07FDF6B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3A03A2DD-5C0F-99AE-0DBC-C1E1B728E920}"/>
              </a:ext>
            </a:extLst>
          </p:cNvPr>
          <p:cNvSpPr txBox="1"/>
          <p:nvPr/>
        </p:nvSpPr>
        <p:spPr>
          <a:xfrm>
            <a:off x="1219200" y="903194"/>
            <a:ext cx="10731371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repositories/fellowRepository.js</a:t>
            </a:r>
          </a:p>
          <a:p>
            <a:pPr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saveFellows()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csv = jsonToCsv(fellows, schema);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await writeCSVFile(FILE_PATH, csv);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function getFellows()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return fellows;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addFellow(name, email)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newFellow = { name, email };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fellows.push(newFellow);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await saveFellows();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return newFellow;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{ loadFellows, getFellows, addFellow };</a:t>
            </a:r>
          </a:p>
        </p:txBody>
      </p:sp>
    </p:spTree>
    <p:extLst>
      <p:ext uri="{BB962C8B-B14F-4D97-AF65-F5344CB8AC3E}">
        <p14:creationId xmlns:p14="http://schemas.microsoft.com/office/powerpoint/2010/main" val="63024688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088F1-A6AA-2BE5-EB49-F48729D6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1DABBB76-8DD5-95DD-DFF6-66653028A0B3}"/>
              </a:ext>
            </a:extLst>
          </p:cNvPr>
          <p:cNvSpPr txBox="1"/>
          <p:nvPr/>
        </p:nvSpPr>
        <p:spPr>
          <a:xfrm>
            <a:off x="3461455" y="68295"/>
            <a:ext cx="5269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MANAGE TASK REPOSITORY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EDFA97D-A92B-EE09-8782-C0C84E30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7BB49F05-0455-02D5-2EB2-9CC02C7431C6}"/>
              </a:ext>
            </a:extLst>
          </p:cNvPr>
          <p:cNvSpPr txBox="1"/>
          <p:nvPr/>
        </p:nvSpPr>
        <p:spPr>
          <a:xfrm>
            <a:off x="1299882" y="699094"/>
            <a:ext cx="10824960" cy="615890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repositories/taskRepository.js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path from 'path';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{ csvSchemas } from '../schema/csvSchemas.js';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{ readCSVFile, writeCSVFile, csvToJson, jsonToCsv }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from '../data/csvAdapter.js';</a:t>
            </a:r>
          </a:p>
          <a:p>
            <a:pPr>
              <a:spcBef>
                <a:spcPts val="18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const FILE_NAME = '</a:t>
            </a: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tasks.csv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const FILE_PATH = path.join(process.cwd(), 'data', FILE_NAME);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const schema = csvSchemas[FILE_NAME];</a:t>
            </a:r>
          </a:p>
          <a:p>
            <a:pPr>
              <a:spcBef>
                <a:spcPts val="18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let tasks = [];</a:t>
            </a:r>
          </a:p>
          <a:p>
            <a:pPr>
              <a:spcBef>
                <a:spcPts val="18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function deserializeTask(raw)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return {...raw, fellows: raw.fellows ?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raw.fellows.split(';').map(s =&gt; s.trim()).filter(Boolean) : []};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8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function serializeTask(task)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return {...task, fellows: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        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Array.isArray(task.fellows) ? task.fellows.join(';') : ''};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021082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674BF-D06B-7859-E7B8-0414778F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760895FC-DA10-E9F5-1AB4-BE746C382F98}"/>
              </a:ext>
            </a:extLst>
          </p:cNvPr>
          <p:cNvSpPr txBox="1"/>
          <p:nvPr/>
        </p:nvSpPr>
        <p:spPr>
          <a:xfrm>
            <a:off x="3461455" y="68295"/>
            <a:ext cx="5269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MANAGE TASK REPOSITORY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AD5C22F-6683-CFFF-4027-26068EC2F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5C316859-5293-63BF-48F7-DD9009FA1CA1}"/>
              </a:ext>
            </a:extLst>
          </p:cNvPr>
          <p:cNvSpPr txBox="1"/>
          <p:nvPr/>
        </p:nvSpPr>
        <p:spPr>
          <a:xfrm>
            <a:off x="1299882" y="699094"/>
            <a:ext cx="10748684" cy="615890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repositories/taskRepository.js</a:t>
            </a:r>
          </a:p>
          <a:p>
            <a:pPr>
              <a:spcBef>
                <a:spcPts val="18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loadTasks()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csv = await readCSVFile(FILE_PATH);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(!csv)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const emptyCSV = jsonToCsv([], schema);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await writeCSVFile(FILE_PATH, emptyCSV);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rawItems = csvToJson(csv, schema);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tasks = rawItems.map(deserializeTask);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saveTasks()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rawItems = tasks.map(serializeTask);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csv = jsonToCsv(rawItems, schema);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await writeCSVFile(FILE_PATH, csv);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function getTasks() { return tasks; }</a:t>
            </a:r>
          </a:p>
        </p:txBody>
      </p:sp>
    </p:spTree>
    <p:extLst>
      <p:ext uri="{BB962C8B-B14F-4D97-AF65-F5344CB8AC3E}">
        <p14:creationId xmlns:p14="http://schemas.microsoft.com/office/powerpoint/2010/main" val="11247154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A6C97-8DB2-3526-36CE-119E43EB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5FB5A84-E2FA-30FB-26BC-7DB9328900DE}"/>
              </a:ext>
            </a:extLst>
          </p:cNvPr>
          <p:cNvSpPr txBox="1"/>
          <p:nvPr/>
        </p:nvSpPr>
        <p:spPr>
          <a:xfrm>
            <a:off x="3461455" y="68295"/>
            <a:ext cx="5269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MANAGE TASK REPOSITORY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762F01B-775F-5E7A-01B5-89602B4E3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1D153D0-43F5-A3B2-4D20-4422CE062260}"/>
              </a:ext>
            </a:extLst>
          </p:cNvPr>
          <p:cNvSpPr txBox="1"/>
          <p:nvPr/>
        </p:nvSpPr>
        <p:spPr>
          <a:xfrm>
            <a:off x="1299882" y="699094"/>
            <a:ext cx="10748684" cy="615890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repositories/taskRepository.js</a:t>
            </a:r>
          </a:p>
          <a:p>
            <a:pPr>
              <a:spcBef>
                <a:spcPts val="18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addTask(task)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maxId = tasks.length &gt; 0 ?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Math.max(...tasks.map(t =&gt; Number(t.id))) : 0;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newTask = {...task, id: maxId + 1, fellows: task.fellows || []};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tasks.push(newTask);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await saveTasks();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return newTask;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async function updateTask(id, updates)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idx = tasks.findIndex(t =&gt; String(t.id) === String(id));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(idx === -1) return null;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tasks[idx] = {...tasks[idx], ...updates};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await saveTasks();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return tasks[idx];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{ loadTasks, getTasks, addTask, updateTask };</a:t>
            </a:r>
          </a:p>
        </p:txBody>
      </p:sp>
    </p:spTree>
    <p:extLst>
      <p:ext uri="{BB962C8B-B14F-4D97-AF65-F5344CB8AC3E}">
        <p14:creationId xmlns:p14="http://schemas.microsoft.com/office/powerpoint/2010/main" val="277503276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0B14D-E618-C8BC-3157-2DB377F0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D6308465-DA68-13BB-6C16-A8E730560405}"/>
              </a:ext>
            </a:extLst>
          </p:cNvPr>
          <p:cNvSpPr txBox="1"/>
          <p:nvPr/>
        </p:nvSpPr>
        <p:spPr>
          <a:xfrm>
            <a:off x="1846790" y="68295"/>
            <a:ext cx="8498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TRANSPARENT (PASS-THRU) SERVICE LAYERS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6A01545-B927-05C9-2B30-E13610495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CA33FF7-208C-763F-BF66-710F8A80408C}"/>
              </a:ext>
            </a:extLst>
          </p:cNvPr>
          <p:cNvSpPr txBox="1"/>
          <p:nvPr/>
        </p:nvSpPr>
        <p:spPr>
          <a:xfrm>
            <a:off x="1219200" y="903194"/>
            <a:ext cx="10972800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services/fellowService.js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repo from '../repositories/fellowRepository.js';</a:t>
            </a:r>
          </a:p>
          <a:p>
            <a:pPr>
              <a:spcBef>
                <a:spcPts val="600"/>
              </a:spcBef>
            </a:pP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async function addFellow(name, email) {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  return repo.addFellow(name, email);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en-US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async function getFellows() {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  return repo.getFellows();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{ addFellow, getFellows };</a:t>
            </a:r>
          </a:p>
        </p:txBody>
      </p:sp>
    </p:spTree>
    <p:extLst>
      <p:ext uri="{BB962C8B-B14F-4D97-AF65-F5344CB8AC3E}">
        <p14:creationId xmlns:p14="http://schemas.microsoft.com/office/powerpoint/2010/main" val="427623893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A68C8-5AFD-2D36-996D-51FE57E0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5A2B34A-9A63-ACD2-B5F7-936407E70668}"/>
              </a:ext>
            </a:extLst>
          </p:cNvPr>
          <p:cNvSpPr txBox="1"/>
          <p:nvPr/>
        </p:nvSpPr>
        <p:spPr>
          <a:xfrm>
            <a:off x="1846790" y="68295"/>
            <a:ext cx="8498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TRANSPARENT (PASS-THRU) SERVICE LAYERS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AE9B13D-BCF8-71B7-97A2-58342B485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60E59427-FBBB-3FA6-0335-5F809F67F90D}"/>
              </a:ext>
            </a:extLst>
          </p:cNvPr>
          <p:cNvSpPr txBox="1"/>
          <p:nvPr/>
        </p:nvSpPr>
        <p:spPr>
          <a:xfrm>
            <a:off x="1219200" y="903194"/>
            <a:ext cx="10972800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services/taskService.js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repo from '../repositories/taskRepository.js';</a:t>
            </a:r>
          </a:p>
          <a:p>
            <a:pPr>
              <a:spcBef>
                <a:spcPts val="18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async function addTask(task) {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  return repo.addTask(task);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8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async function getTasks() {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  return repo.getTasks();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8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async function updateTask(id, updates) {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  return repo.updateTask(id, updates);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8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{ addTask, getTasks, updateTask };</a:t>
            </a:r>
          </a:p>
        </p:txBody>
      </p:sp>
    </p:spTree>
    <p:extLst>
      <p:ext uri="{BB962C8B-B14F-4D97-AF65-F5344CB8AC3E}">
        <p14:creationId xmlns:p14="http://schemas.microsoft.com/office/powerpoint/2010/main" val="138114549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E64FD-4576-93AD-985E-35E9956B8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6FF4AF22-4390-6389-981C-2DD118B74576}"/>
              </a:ext>
            </a:extLst>
          </p:cNvPr>
          <p:cNvSpPr txBox="1"/>
          <p:nvPr/>
        </p:nvSpPr>
        <p:spPr>
          <a:xfrm>
            <a:off x="3681699" y="68295"/>
            <a:ext cx="482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ARCHITECTURE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1B7379D4-C859-DC29-D447-A0BF67BB218F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92D050"/>
                </a:solidFill>
              </a:rPr>
              <a:t>Client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</a:t>
            </a:r>
            <a:r>
              <a:rPr lang="en-US" sz="2400" b="1">
                <a:solidFill>
                  <a:srgbClr val="92D050"/>
                </a:solidFill>
              </a:rPr>
              <a:t>Schema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</a:t>
            </a:r>
            <a:r>
              <a:rPr lang="hu-HU" sz="2400" b="1">
                <a:solidFill>
                  <a:srgbClr val="FFDF20"/>
                </a:solidFill>
              </a:rPr>
              <a:t>		</a:t>
            </a:r>
            <a:r>
              <a:rPr lang="en-US" sz="2400" b="1">
                <a:solidFill>
                  <a:srgbClr val="FFDF20"/>
                </a:solidFill>
              </a:rPr>
              <a:t>→ Middleware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rgbClr val="FFDF20"/>
                </a:solidFill>
              </a:rPr>
              <a:t>→ Routing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Controller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hu-HU" sz="2400" b="1">
                <a:solidFill>
                  <a:srgbClr val="FFDF20"/>
                </a:solidFill>
              </a:rPr>
              <a:t>		</a:t>
            </a:r>
            <a:r>
              <a:rPr lang="en-US" sz="2400" b="1">
                <a:solidFill>
                  <a:srgbClr val="92D050"/>
                </a:solidFill>
              </a:rPr>
              <a:t>→ Service Layer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</a:t>
            </a:r>
            <a:r>
              <a:rPr lang="en-US" sz="2400" b="1">
                <a:solidFill>
                  <a:srgbClr val="92D050"/>
                </a:solidFill>
              </a:rPr>
              <a:t>→ Repository Layer 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92D050"/>
                </a:solidFill>
              </a:rPr>
              <a:t>												</a:t>
            </a:r>
            <a:r>
              <a:rPr lang="en-US" sz="2400" b="1">
                <a:solidFill>
                  <a:srgbClr val="92D050"/>
                </a:solidFill>
              </a:rPr>
              <a:t>→ Data Layer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		</a:t>
            </a:r>
            <a:r>
              <a:rPr lang="en-US" sz="2400" b="1">
                <a:solidFill>
                  <a:srgbClr val="FFDF20"/>
                </a:solidFill>
              </a:rPr>
              <a:t>→ Response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CBF17FB-B2CC-FEEB-1264-AD81DAA47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C1B61229-D81F-A410-06BB-AE729328A309}"/>
              </a:ext>
            </a:extLst>
          </p:cNvPr>
          <p:cNvSpPr/>
          <p:nvPr/>
        </p:nvSpPr>
        <p:spPr>
          <a:xfrm>
            <a:off x="3751005" y="2934529"/>
            <a:ext cx="3860030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4528C1FD-2124-E532-BC3B-5BAE93EBC4FE}"/>
              </a:ext>
            </a:extLst>
          </p:cNvPr>
          <p:cNvCxnSpPr>
            <a:cxnSpLocks/>
          </p:cNvCxnSpPr>
          <p:nvPr/>
        </p:nvCxnSpPr>
        <p:spPr>
          <a:xfrm flipH="1" flipV="1">
            <a:off x="3908612" y="3429000"/>
            <a:ext cx="3442447" cy="23583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992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48DC2-A08D-DDD3-FC8E-9B302D792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DDED8D0-332F-8F01-FF6E-4C484B368A35}"/>
              </a:ext>
            </a:extLst>
          </p:cNvPr>
          <p:cNvSpPr txBox="1"/>
          <p:nvPr/>
        </p:nvSpPr>
        <p:spPr>
          <a:xfrm>
            <a:off x="3832819" y="68295"/>
            <a:ext cx="4526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FELLOW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3DDBD88-CCB1-B6AD-B1FF-E04FC2E6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E456BD51-BAC9-91AE-3AD8-4100B6464618}"/>
              </a:ext>
            </a:extLst>
          </p:cNvPr>
          <p:cNvSpPr txBox="1"/>
          <p:nvPr/>
        </p:nvSpPr>
        <p:spPr>
          <a:xfrm>
            <a:off x="1219200" y="903194"/>
            <a:ext cx="10972800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controllers/getFellowsController.js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fellowService from '../services/fellowService.js';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async function getFellowsController(req, res) {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fellows = await fellowService.getFellows();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res.status(200).json(fellows);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controllers/addFellowController.js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fellowService from '../services/fellowService.js';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async function addFellowController(req, res) {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{ name, email } = req.body;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const newFellow = await fellowService.addFellow(name, email);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res.status(201).json(newFellow);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84682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57B14-F1E0-C3F2-99B4-8420C5717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F33A656-3AF9-0137-9DB7-ABF6BB9FA3B1}"/>
              </a:ext>
            </a:extLst>
          </p:cNvPr>
          <p:cNvSpPr txBox="1"/>
          <p:nvPr/>
        </p:nvSpPr>
        <p:spPr>
          <a:xfrm>
            <a:off x="4097860" y="68295"/>
            <a:ext cx="3996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TASK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D51E55E-4AAF-F0B4-5310-13B579808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79D449F-3BC2-2B5B-AE2B-93EFE6D1FE7E}"/>
              </a:ext>
            </a:extLst>
          </p:cNvPr>
          <p:cNvSpPr txBox="1"/>
          <p:nvPr/>
        </p:nvSpPr>
        <p:spPr>
          <a:xfrm>
            <a:off x="1219200" y="903194"/>
            <a:ext cx="10972800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controllers/getTasksController.js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taskService from '../services/taskService.js';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async function getTasksController(req, res)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tasks = await taskService.getTasks();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res.status(200).json(tasks);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controllers/addTaskController.js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taskService from '../services/taskService.js';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async function addTaskController(req, res)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payload = req.body;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created = await taskService.addTask(payload);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res.status(201).json(created);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063717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87091-58A0-BA18-23D2-C251A0F3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117D86B-25C5-9FA9-1223-7BEE38B98976}"/>
              </a:ext>
            </a:extLst>
          </p:cNvPr>
          <p:cNvSpPr txBox="1"/>
          <p:nvPr/>
        </p:nvSpPr>
        <p:spPr>
          <a:xfrm>
            <a:off x="4097860" y="68295"/>
            <a:ext cx="3996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TASK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0271ABA-5BDA-8D4A-7EB8-5CD70BCC5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AB979567-E3D4-00DA-7E69-F7A7BFBCC712}"/>
              </a:ext>
            </a:extLst>
          </p:cNvPr>
          <p:cNvSpPr txBox="1"/>
          <p:nvPr/>
        </p:nvSpPr>
        <p:spPr>
          <a:xfrm>
            <a:off x="1219200" y="903194"/>
            <a:ext cx="10972800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controllers/updateTaskController.js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taskService from '../services/taskService.js';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async function updateTaskController(req, res)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taskId = req.params.id;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updates = req.body;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updated = await taskService.updateTask(taskId, updates);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(!updated)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 res.status(404).json({ error: "Task not found" });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res.status(200).json(updated);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075793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4E2EF-7296-ABA9-D5C6-9D28F2B0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3B4AF085-9C37-3705-7EAF-3F791A097D3F}"/>
              </a:ext>
            </a:extLst>
          </p:cNvPr>
          <p:cNvSpPr txBox="1"/>
          <p:nvPr/>
        </p:nvSpPr>
        <p:spPr>
          <a:xfrm>
            <a:off x="4117805" y="68295"/>
            <a:ext cx="3956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FELLOW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1FEFD04-D7E0-0E9D-1C7F-37D4C9654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80092E7-5633-0F3F-6F56-AC1D439F6CBC}"/>
              </a:ext>
            </a:extLst>
          </p:cNvPr>
          <p:cNvSpPr txBox="1"/>
          <p:nvPr/>
        </p:nvSpPr>
        <p:spPr>
          <a:xfrm>
            <a:off x="1219200" y="903194"/>
            <a:ext cx="10972800" cy="595480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middleware/validateFellow.js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function validateFellow(req, res, </a:t>
            </a: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next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{ name, email } = req.body;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(!name || typeof name !== 'string' || name.trim() === '')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 res.status(400).json({ error: "Fellow name is required" });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(!email || typeof email !== 'string' || email.trim() === '')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 res.status(400).json({ error: "Fellow email is required" });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  next();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8912295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32F57-6283-010C-9C45-E36A5E60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6EE1D30-3ABF-52E0-F4FC-3540ABC7138B}"/>
              </a:ext>
            </a:extLst>
          </p:cNvPr>
          <p:cNvSpPr txBox="1"/>
          <p:nvPr/>
        </p:nvSpPr>
        <p:spPr>
          <a:xfrm>
            <a:off x="4382846" y="68295"/>
            <a:ext cx="3426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TASK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AC7904A-0AF5-5789-242B-E4D15EA40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05FE19F-CB8E-B77E-E2CB-48317A819F2F}"/>
              </a:ext>
            </a:extLst>
          </p:cNvPr>
          <p:cNvSpPr txBox="1"/>
          <p:nvPr/>
        </p:nvSpPr>
        <p:spPr>
          <a:xfrm>
            <a:off x="672353" y="607348"/>
            <a:ext cx="11519647" cy="625065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   </a:t>
            </a: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middleware/validateTask.js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function validateTask(req, res, </a:t>
            </a: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next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{ title, description, deadline,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        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status,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repeatEvery, repeatUnit, fellows } = req.body;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(!title || typeof title !== 'string' || title.trim() === '') {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 res.status(400).json({ error: "Task title is required" });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(deadline &amp;&amp; isNaN(Date.parse(deadline))) {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 res.status(400).json({ error: "Invalid deadline format" });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(repeatEvery &amp;&amp; isNaN(Number(repeatEvery))) {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 res.status(400).json({ error: "repeatEvery must be a number" });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(fellows &amp;&amp; !Array.isArray(fellows)) {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 res.status(400).json({ error: "fellows must be an array of emails" });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  next();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93626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A1C7D-D381-603C-BA0C-4DE0E44E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FF213746-505E-5DBF-F2CA-E31A69294984}"/>
              </a:ext>
            </a:extLst>
          </p:cNvPr>
          <p:cNvSpPr txBox="1"/>
          <p:nvPr/>
        </p:nvSpPr>
        <p:spPr>
          <a:xfrm>
            <a:off x="4382846" y="68295"/>
            <a:ext cx="3426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TASK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7292464-8757-3630-5BE5-A9FE29AE4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6CD3D985-2EE7-C927-DE82-D9D577F07F88}"/>
              </a:ext>
            </a:extLst>
          </p:cNvPr>
          <p:cNvSpPr txBox="1"/>
          <p:nvPr/>
        </p:nvSpPr>
        <p:spPr>
          <a:xfrm>
            <a:off x="1299882" y="987358"/>
            <a:ext cx="10892118" cy="587064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middleware/validateTaskId.js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function validateTaskId(req, res, </a:t>
            </a: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next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const id = req.params.id;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if (!id || isNaN(Number(id)))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  return res.status(400).json({ error: "Invalid task ID" });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  next();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56264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6F19F-1949-0B00-E941-FF2C7FDF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6A06C4C-8670-84CC-E441-BE361BA37AAC}"/>
              </a:ext>
            </a:extLst>
          </p:cNvPr>
          <p:cNvSpPr txBox="1"/>
          <p:nvPr/>
        </p:nvSpPr>
        <p:spPr>
          <a:xfrm>
            <a:off x="4333766" y="68295"/>
            <a:ext cx="3524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FELLOWS ROUTES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FB4FEFB-EEB0-9CEC-1511-A86B96089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C0DED01-5DD3-9262-6B83-E60DFFDD92F1}"/>
              </a:ext>
            </a:extLst>
          </p:cNvPr>
          <p:cNvSpPr txBox="1"/>
          <p:nvPr/>
        </p:nvSpPr>
        <p:spPr>
          <a:xfrm>
            <a:off x="1299882" y="987358"/>
            <a:ext cx="10892118" cy="587064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routes/fellowsRoutes.js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{ Router } from 'express';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validateFellow from '../middleware/validateFellow.js';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addFellowController from '../controllers/addFellowController.js';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getFellowsController from '../controllers/getFellowsController.js';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const fellowsRouter = Router();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GET /api/fellows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fellowsRouter.get('/', getFellowsController);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POST /api/fellows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fellowsRouter.post('/', validateFellow, addFellowController);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export default fellowsRouter;</a:t>
            </a:r>
          </a:p>
        </p:txBody>
      </p:sp>
    </p:spTree>
    <p:extLst>
      <p:ext uri="{BB962C8B-B14F-4D97-AF65-F5344CB8AC3E}">
        <p14:creationId xmlns:p14="http://schemas.microsoft.com/office/powerpoint/2010/main" val="950631307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20DB9-0F91-5BC6-3D18-04A26E41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2D5897AC-D09B-DF0C-33FC-762160EE4371}"/>
              </a:ext>
            </a:extLst>
          </p:cNvPr>
          <p:cNvSpPr txBox="1"/>
          <p:nvPr/>
        </p:nvSpPr>
        <p:spPr>
          <a:xfrm>
            <a:off x="4333766" y="68295"/>
            <a:ext cx="3524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FELLOWS ROUTES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728F5D1-0506-F2C5-F23D-C53BC2A2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6445D070-A196-E270-9306-DBE1DE1F2B65}"/>
              </a:ext>
            </a:extLst>
          </p:cNvPr>
          <p:cNvSpPr txBox="1"/>
          <p:nvPr/>
        </p:nvSpPr>
        <p:spPr>
          <a:xfrm>
            <a:off x="1299882" y="987358"/>
            <a:ext cx="10892118" cy="587064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routes/tasksRoutes.js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{ Router } from 'express';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validateTask from '../middleware/validateTask.js';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validateTaskId from '../middleware/validateTaskId.js';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addTaskController from '../controllers/addTaskController.js';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getTasksController from '../controllers/getTasksController.js';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updateTaskController from '../controllers/updateTaskController.js';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const tasksRouter = Router();</a:t>
            </a:r>
          </a:p>
          <a:p>
            <a:pPr>
              <a:spcBef>
                <a:spcPts val="1200"/>
              </a:spcBef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GET /api/tasks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tasksRouter.get('/', getTasksController);</a:t>
            </a:r>
          </a:p>
          <a:p>
            <a:pPr>
              <a:spcBef>
                <a:spcPts val="1200"/>
              </a:spcBef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POST /api/tasks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tasksRouter.post('/', validateTask, addTaskController);</a:t>
            </a:r>
          </a:p>
          <a:p>
            <a:pPr>
              <a:spcBef>
                <a:spcPts val="1200"/>
              </a:spcBef>
            </a:pPr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PUT /api/tasks/:id</a:t>
            </a:r>
          </a:p>
          <a:p>
            <a:pPr>
              <a:spcBef>
                <a:spcPts val="600"/>
              </a:spcBef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tasksRouter.put('/:id', validateTaskId, validateTask, updateTaskController);</a:t>
            </a:r>
          </a:p>
          <a:p>
            <a:pPr>
              <a:spcBef>
                <a:spcPts val="1800"/>
              </a:spcBef>
            </a:pPr>
            <a:r>
              <a:rPr lang="en-US" sz="2000" b="1">
                <a:solidFill>
                  <a:srgbClr val="92D050"/>
                </a:solidFill>
                <a:latin typeface="Consolas" panose="020B0609020204030204" pitchFamily="49" charset="0"/>
              </a:rPr>
              <a:t>export default tasksRouter;</a:t>
            </a:r>
          </a:p>
        </p:txBody>
      </p:sp>
    </p:spTree>
    <p:extLst>
      <p:ext uri="{BB962C8B-B14F-4D97-AF65-F5344CB8AC3E}">
        <p14:creationId xmlns:p14="http://schemas.microsoft.com/office/powerpoint/2010/main" val="1569319060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ADB2C-8EE6-3DD3-9AC2-1AEF342F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E0886B0-65EE-E2A9-FB1C-03DDAAFEFF1A}"/>
              </a:ext>
            </a:extLst>
          </p:cNvPr>
          <p:cNvSpPr txBox="1"/>
          <p:nvPr/>
        </p:nvSpPr>
        <p:spPr>
          <a:xfrm>
            <a:off x="3681699" y="68295"/>
            <a:ext cx="482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ARCHITECTURE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1A10E98E-FD26-38CC-14C8-1D86EE3AAA51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92D050"/>
                </a:solidFill>
              </a:rPr>
              <a:t>Client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</a:t>
            </a:r>
            <a:r>
              <a:rPr lang="en-US" sz="2400" b="1">
                <a:solidFill>
                  <a:srgbClr val="92D050"/>
                </a:solidFill>
              </a:rPr>
              <a:t>Schema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</a:t>
            </a:r>
            <a:r>
              <a:rPr lang="hu-HU" sz="2400" b="1">
                <a:solidFill>
                  <a:srgbClr val="FFDF20"/>
                </a:solidFill>
              </a:rPr>
              <a:t>		</a:t>
            </a:r>
            <a:r>
              <a:rPr lang="en-US" sz="2400" b="1">
                <a:solidFill>
                  <a:srgbClr val="92D050"/>
                </a:solidFill>
              </a:rPr>
              <a:t>→ Middleware Layer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92D050"/>
                </a:solidFill>
              </a:rPr>
              <a:t>							</a:t>
            </a:r>
            <a:r>
              <a:rPr lang="en-US" sz="2400" b="1">
                <a:solidFill>
                  <a:srgbClr val="92D050"/>
                </a:solidFill>
              </a:rPr>
              <a:t>→ Routing Layer 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92D050"/>
                </a:solidFill>
              </a:rPr>
              <a:t>								</a:t>
            </a:r>
            <a:r>
              <a:rPr lang="en-US" sz="2400" b="1">
                <a:solidFill>
                  <a:srgbClr val="92D050"/>
                </a:solidFill>
              </a:rPr>
              <a:t>→ Controller Layer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hu-HU" sz="2400" b="1">
                <a:solidFill>
                  <a:srgbClr val="FFDF20"/>
                </a:solidFill>
              </a:rPr>
              <a:t>		</a:t>
            </a:r>
            <a:r>
              <a:rPr lang="en-US" sz="2400" b="1">
                <a:solidFill>
                  <a:srgbClr val="92D050"/>
                </a:solidFill>
              </a:rPr>
              <a:t>→ Service Layer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</a:t>
            </a:r>
            <a:r>
              <a:rPr lang="en-US" sz="2400" b="1">
                <a:solidFill>
                  <a:srgbClr val="92D050"/>
                </a:solidFill>
              </a:rPr>
              <a:t>→ Repository Layer 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92D050"/>
                </a:solidFill>
              </a:rPr>
              <a:t>												</a:t>
            </a:r>
            <a:r>
              <a:rPr lang="en-US" sz="2400" b="1">
                <a:solidFill>
                  <a:srgbClr val="92D050"/>
                </a:solidFill>
              </a:rPr>
              <a:t>→ Data Layer</a:t>
            </a:r>
            <a:endParaRPr lang="hu-HU" sz="2400" b="1">
              <a:solidFill>
                <a:srgbClr val="92D05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												</a:t>
            </a:r>
            <a:r>
              <a:rPr lang="en-US" sz="2400" b="1">
                <a:solidFill>
                  <a:srgbClr val="FFDF20"/>
                </a:solidFill>
              </a:rPr>
              <a:t>→ Response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F916314-74AC-8E60-8AF5-152D9E96B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8E72A9B5-8B02-3E03-A78B-9FBD7F5F1FAD}"/>
              </a:ext>
            </a:extLst>
          </p:cNvPr>
          <p:cNvSpPr/>
          <p:nvPr/>
        </p:nvSpPr>
        <p:spPr>
          <a:xfrm>
            <a:off x="3751005" y="2934529"/>
            <a:ext cx="3860030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80C21B4F-68B7-5D91-3B47-56A8F136DD74}"/>
              </a:ext>
            </a:extLst>
          </p:cNvPr>
          <p:cNvCxnSpPr>
            <a:cxnSpLocks/>
          </p:cNvCxnSpPr>
          <p:nvPr/>
        </p:nvCxnSpPr>
        <p:spPr>
          <a:xfrm flipH="1" flipV="1">
            <a:off x="3908612" y="3429000"/>
            <a:ext cx="3442447" cy="23583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403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DAFFE-99FF-036B-3455-967372B0F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8AA6DC7D-8FB9-05EE-7A47-2CB7EE5D6C80}"/>
              </a:ext>
            </a:extLst>
          </p:cNvPr>
          <p:cNvSpPr txBox="1"/>
          <p:nvPr/>
        </p:nvSpPr>
        <p:spPr>
          <a:xfrm>
            <a:off x="3363249" y="68295"/>
            <a:ext cx="5465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EXTENDED EXPRESS SERVER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EBC8533-F85E-658D-8687-B8515A858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288F857F-9E59-246B-EFD5-A5988CA1253E}"/>
              </a:ext>
            </a:extLst>
          </p:cNvPr>
          <p:cNvSpPr txBox="1"/>
          <p:nvPr/>
        </p:nvSpPr>
        <p:spPr>
          <a:xfrm>
            <a:off x="1299882" y="987358"/>
            <a:ext cx="10892118" cy="587064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en-US" sz="2000" b="1">
                <a:solidFill>
                  <a:srgbClr val="FFDF20"/>
                </a:solidFill>
                <a:latin typeface="Consolas" panose="020B0609020204030204" pitchFamily="49" charset="0"/>
              </a:rPr>
              <a:t>// expressServer.js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…</a:t>
            </a: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fellowRepo from './repositories/fellowRepository.js';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taskRepo from 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./repositories/taskRepository.js’;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fellow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outer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from 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./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routes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/fellow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sRoutes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.js';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import task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sRouter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from 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./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routes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/task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sRoutes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.js';</a:t>
            </a:r>
          </a:p>
          <a:p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// ROUTES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…</a:t>
            </a: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app.use('/api/fellows', fellowsRouter); // new fellows API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app.use('/api/tasks', tasksRouter);     // new tasks API</a:t>
            </a:r>
          </a:p>
          <a:p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// LOAD CSV DATA BEFORE STARTING SERVER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…</a:t>
            </a:r>
            <a:endParaRPr lang="en-US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await fellowRepo.loadFellows();</a:t>
            </a:r>
          </a:p>
          <a:p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await taskRepo.loadTasks();</a:t>
            </a:r>
          </a:p>
        </p:txBody>
      </p:sp>
    </p:spTree>
    <p:extLst>
      <p:ext uri="{BB962C8B-B14F-4D97-AF65-F5344CB8AC3E}">
        <p14:creationId xmlns:p14="http://schemas.microsoft.com/office/powerpoint/2010/main" val="1601239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716E66052CFB43AE65486286B1CCC5" ma:contentTypeVersion="3" ma:contentTypeDescription="Create a new document." ma:contentTypeScope="" ma:versionID="a10adb678f054a390b79b21199acb546">
  <xsd:schema xmlns:xsd="http://www.w3.org/2001/XMLSchema" xmlns:xs="http://www.w3.org/2001/XMLSchema" xmlns:p="http://schemas.microsoft.com/office/2006/metadata/properties" xmlns:ns2="12ba6e24-9ed1-46dc-be4e-b5f433cd5815" targetNamespace="http://schemas.microsoft.com/office/2006/metadata/properties" ma:root="true" ma:fieldsID="a3e8f1e180f117574dd3102f8a41f8a1" ns2:_="">
    <xsd:import namespace="12ba6e24-9ed1-46dc-be4e-b5f433cd5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ba6e24-9ed1-46dc-be4e-b5f433cd5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3E6876-8B99-494B-BD71-655D330787F0}"/>
</file>

<file path=customXml/itemProps2.xml><?xml version="1.0" encoding="utf-8"?>
<ds:datastoreItem xmlns:ds="http://schemas.openxmlformats.org/officeDocument/2006/customXml" ds:itemID="{60CC50A2-5B80-4342-B9AE-0628DB4DFEC9}"/>
</file>

<file path=customXml/itemProps3.xml><?xml version="1.0" encoding="utf-8"?>
<ds:datastoreItem xmlns:ds="http://schemas.openxmlformats.org/officeDocument/2006/customXml" ds:itemID="{267B2164-2C88-4E1C-9B9A-7B47C791DA98}"/>
</file>

<file path=docProps/app.xml><?xml version="1.0" encoding="utf-8"?>
<Properties xmlns="http://schemas.openxmlformats.org/officeDocument/2006/extended-properties" xmlns:vt="http://schemas.openxmlformats.org/officeDocument/2006/docPropsVTypes">
  <TotalTime>7840</TotalTime>
  <Words>3233</Words>
  <Application>Microsoft Office PowerPoint</Application>
  <PresentationFormat>Szélesvásznú</PresentationFormat>
  <Paragraphs>473</Paragraphs>
  <Slides>30</Slides>
  <Notes>30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Arial Rounded MT Bold</vt:lpstr>
      <vt:lpstr>Consolas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Schmidt Péter Zsolt</cp:lastModifiedBy>
  <cp:revision>445</cp:revision>
  <dcterms:created xsi:type="dcterms:W3CDTF">2025-12-21T18:21:50Z</dcterms:created>
  <dcterms:modified xsi:type="dcterms:W3CDTF">2026-05-06T14:52:24Z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0x01010086716E66052CFB43AE65486286B1CCC5</vt:lpwstr>
  </property>
</Properties>
</file>