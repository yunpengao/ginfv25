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51547-272D-34C7-931F-DF0243148D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A7C781-9D71-E1C2-F506-40ADEBD405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6485B-3F04-F047-3E32-BF5FBA7A4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FCD8E-32AB-4719-A4B0-6C19570D5712}" type="datetimeFigureOut">
              <a:rPr lang="en-GB" smtClean="0"/>
              <a:t>16/05/2026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ADAED-C199-7954-3606-B6134302C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97BA8-53DB-B1D3-F098-523C8D72F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ACA2-8C52-4EEF-AB61-164B4CA9FD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0271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3578C-0E00-24E9-4029-D0903E393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E3254-8519-0C97-D505-3C858B9E3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3673E-0887-3F83-8501-1A580FD2E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FCD8E-32AB-4719-A4B0-6C19570D5712}" type="datetimeFigureOut">
              <a:rPr lang="en-GB" smtClean="0"/>
              <a:t>16/05/2026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78EE1-FFBC-0DAC-C279-1E0CB7322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4D9D6-BCCF-2A6B-8433-3EEFC60F8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ACA2-8C52-4EEF-AB61-164B4CA9FD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7787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F8E88-EFF8-9E59-6BCA-A45AE8CAE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3A64E3-9A30-255E-8D38-9BCA4DE55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8380B-3A7A-BF70-B24D-DB46577F4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FCD8E-32AB-4719-A4B0-6C19570D5712}" type="datetimeFigureOut">
              <a:rPr lang="en-GB" smtClean="0"/>
              <a:t>16/05/2026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8BCBC-2401-7AC3-24F7-E2F2E75BE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853CD-A736-B2A2-C69E-5CF5ABFE8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ACA2-8C52-4EEF-AB61-164B4CA9FD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3901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253BC-41BC-E365-2461-896C3B24D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373CD-EA34-551C-6B50-D75C2B9BC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8CFA99-69CA-4698-8533-1D62DD0501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E0BFB9-00ED-6EDA-5750-9E7B6AF87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FCD8E-32AB-4719-A4B0-6C19570D5712}" type="datetimeFigureOut">
              <a:rPr lang="en-GB" smtClean="0"/>
              <a:t>16/05/2026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B69A4E-C361-98B0-184D-99B038890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EC152-A268-B27B-A25D-805285B05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ACA2-8C52-4EEF-AB61-164B4CA9FD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6839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2A914-236B-9142-9E13-421DC9D13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5B73BD-EFF2-57D9-0A03-1BC993986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8736C6-2CFF-E9A9-20D2-F082EBB208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9F3F60-86FE-08D9-AD4F-3F215C47C1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3596ED-6BC5-3451-AC60-56D895FA3D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659771-D4D6-6BD4-E0EB-105D08A37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FCD8E-32AB-4719-A4B0-6C19570D5712}" type="datetimeFigureOut">
              <a:rPr lang="en-GB" smtClean="0"/>
              <a:t>16/05/2026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844623-13BE-2BFC-1BAE-2868FF1C6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C850C5-1661-0740-F9A9-F349AF9C9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ACA2-8C52-4EEF-AB61-164B4CA9FD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8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E3054-8B0A-F967-F5AF-28C9A70EE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304601-71EF-3FD3-73D5-7AFD6E4E3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FCD8E-32AB-4719-A4B0-6C19570D5712}" type="datetimeFigureOut">
              <a:rPr lang="en-GB" smtClean="0"/>
              <a:t>16/05/2026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B19EFC-C85B-6352-E05C-D304DAF1E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825FC-EFCA-853B-7D6E-310CFF8A1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ACA2-8C52-4EEF-AB61-164B4CA9FD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980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7AEE24-2635-CE30-9A72-8CE1B6C46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FCD8E-32AB-4719-A4B0-6C19570D5712}" type="datetimeFigureOut">
              <a:rPr lang="en-GB" smtClean="0"/>
              <a:t>16/05/2026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2C8224-B4CA-0547-DA13-460410314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7F18E-5BB6-E437-839F-C6BF51CE5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ACA2-8C52-4EEF-AB61-164B4CA9FD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8827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61E5D-BF98-7E76-0819-8C3BAC122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8DD11-A162-5A57-8921-EEB3E160A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B127E5-2F95-D2A0-2D8E-DDA5B49FEF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512DBC-5690-293D-D28C-604AC5EA1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FCD8E-32AB-4719-A4B0-6C19570D5712}" type="datetimeFigureOut">
              <a:rPr lang="en-GB" smtClean="0"/>
              <a:t>16/05/2026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4AB619-8C6C-1FFE-39B4-488860B7E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24726A-864F-AD05-BA1E-7793B7348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ACA2-8C52-4EEF-AB61-164B4CA9FD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4185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849D-0192-98C3-1B6C-CE6CFA40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E45701-9D5A-1391-C860-7E9199ABDC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589B5-CF24-DF4E-743B-9E1D867A0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825C15-ACA2-BFE9-1FF3-B4E8442E4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FCD8E-32AB-4719-A4B0-6C19570D5712}" type="datetimeFigureOut">
              <a:rPr lang="en-GB" smtClean="0"/>
              <a:t>16/05/2026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1268C4-E821-9916-D341-4D7A04605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43B9A-001E-B20A-07E4-99F0A2A8F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ACA2-8C52-4EEF-AB61-164B4CA9FD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5723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1AB45-5763-A8FF-16CD-2423552F2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14E19E-1F35-9EB3-B142-499D02D56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18006-58AF-4448-C636-610EECC71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FCD8E-32AB-4719-A4B0-6C19570D5712}" type="datetimeFigureOut">
              <a:rPr lang="en-GB" smtClean="0"/>
              <a:t>16/05/2026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C0519-0567-B3F4-6A40-B080BF678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32907-5FE9-AD89-62F8-69F2448C9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ACA2-8C52-4EEF-AB61-164B4CA9FD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5922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A8DC35-3E14-B1D9-D4B5-1D0B5E0967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47C5E8-FFED-A52C-487B-AEA3BD9F3E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11D12-3950-8437-0A43-4FC4DDF89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FCD8E-32AB-4719-A4B0-6C19570D5712}" type="datetimeFigureOut">
              <a:rPr lang="en-GB" smtClean="0"/>
              <a:t>16/05/2026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4E177-B0FD-8A3E-5F96-8C87CCAFD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EBC2C-767A-D9A2-F6A7-9BF0EBD31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5ACA2-8C52-4EEF-AB61-164B4CA9FD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1857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6915D9-27F4-3B9F-21D3-91086E1AE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3B604C-4A3D-132C-D677-0BAA1A8116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5BA83-6AAA-1BC6-B4A0-6CE6AEC3F5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FCD8E-32AB-4719-A4B0-6C19570D5712}" type="datetimeFigureOut">
              <a:rPr lang="en-GB" smtClean="0"/>
              <a:t>16/05/2026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10F8B-9594-4E1C-62CB-DB42DC01C5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3ACF5-63C7-8C3C-B26F-EDCD75F4D7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5ACA2-8C52-4EEF-AB61-164B4CA9FD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3491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ACED1-2306-8E62-6396-B0736ACB62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Mini Mes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CD8E45-29E6-82BD-BBA3-F5775D055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81448" y="5095860"/>
            <a:ext cx="3207945" cy="1655762"/>
          </a:xfrm>
        </p:spPr>
        <p:txBody>
          <a:bodyPr/>
          <a:lstStyle/>
          <a:p>
            <a:pPr algn="l"/>
            <a:r>
              <a:rPr lang="en-GB" dirty="0"/>
              <a:t>Name: Yunpeng </a:t>
            </a:r>
            <a:r>
              <a:rPr lang="en-GB" dirty="0" err="1"/>
              <a:t>gao</a:t>
            </a:r>
            <a:endParaRPr lang="en-GB" dirty="0"/>
          </a:p>
          <a:p>
            <a:pPr algn="l"/>
            <a:r>
              <a:rPr lang="en-GB" dirty="0"/>
              <a:t>Neptun: S8EBM7</a:t>
            </a:r>
          </a:p>
        </p:txBody>
      </p:sp>
    </p:spTree>
    <p:extLst>
      <p:ext uri="{BB962C8B-B14F-4D97-AF65-F5344CB8AC3E}">
        <p14:creationId xmlns:p14="http://schemas.microsoft.com/office/powerpoint/2010/main" val="3619779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03D21-BE95-C31A-2988-9AA9C2C42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 Flow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EA3C958-8720-A6F7-196E-98F1E25E2C64}"/>
              </a:ext>
            </a:extLst>
          </p:cNvPr>
          <p:cNvSpPr/>
          <p:nvPr/>
        </p:nvSpPr>
        <p:spPr>
          <a:xfrm>
            <a:off x="1303699" y="2498756"/>
            <a:ext cx="1629624" cy="6699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</a:t>
            </a:r>
            <a:r>
              <a:rPr lang="en-US" altLang="zh-CN" dirty="0" err="1"/>
              <a:t>roduct</a:t>
            </a:r>
            <a:r>
              <a:rPr lang="en-US" altLang="zh-CN" dirty="0"/>
              <a:t> Input</a:t>
            </a:r>
            <a:endParaRPr lang="en-GB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C096E79-D589-A6C9-06F9-428C6814B2D0}"/>
              </a:ext>
            </a:extLst>
          </p:cNvPr>
          <p:cNvSpPr/>
          <p:nvPr/>
        </p:nvSpPr>
        <p:spPr>
          <a:xfrm>
            <a:off x="5082012" y="2498754"/>
            <a:ext cx="1629624" cy="6699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</a:t>
            </a:r>
            <a:r>
              <a:rPr lang="en-US" altLang="zh-CN" dirty="0" err="1"/>
              <a:t>roduct</a:t>
            </a:r>
            <a:r>
              <a:rPr lang="en-US" altLang="zh-CN" dirty="0"/>
              <a:t> Detect</a:t>
            </a:r>
            <a:endParaRPr lang="en-GB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B9D2A6E-A9DE-D36A-3AA8-046847A318DE}"/>
              </a:ext>
            </a:extLst>
          </p:cNvPr>
          <p:cNvSpPr/>
          <p:nvPr/>
        </p:nvSpPr>
        <p:spPr>
          <a:xfrm>
            <a:off x="7078303" y="2498754"/>
            <a:ext cx="1629624" cy="6699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</a:t>
            </a:r>
            <a:r>
              <a:rPr lang="en-US" altLang="zh-CN" dirty="0" err="1"/>
              <a:t>roduct</a:t>
            </a:r>
            <a:r>
              <a:rPr lang="en-US" altLang="zh-CN" dirty="0"/>
              <a:t> clean up</a:t>
            </a:r>
            <a:endParaRPr lang="en-GB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5BE22EB-51CC-6C0C-1679-811177BB94B6}"/>
              </a:ext>
            </a:extLst>
          </p:cNvPr>
          <p:cNvSpPr/>
          <p:nvPr/>
        </p:nvSpPr>
        <p:spPr>
          <a:xfrm>
            <a:off x="9088169" y="2498754"/>
            <a:ext cx="1629624" cy="6699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Data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4D2AD0-9174-0C10-81CA-C29DFAAAC766}"/>
              </a:ext>
            </a:extLst>
          </p:cNvPr>
          <p:cNvSpPr txBox="1"/>
          <p:nvPr/>
        </p:nvSpPr>
        <p:spPr>
          <a:xfrm>
            <a:off x="995881" y="3784349"/>
            <a:ext cx="15050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Product name</a:t>
            </a:r>
          </a:p>
          <a:p>
            <a:r>
              <a:rPr lang="en-GB" dirty="0"/>
              <a:t>Product code</a:t>
            </a:r>
          </a:p>
          <a:p>
            <a:endParaRPr lang="en-GB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2723957-2F9C-4478-02EE-5332E89DE8EE}"/>
              </a:ext>
            </a:extLst>
          </p:cNvPr>
          <p:cNvSpPr/>
          <p:nvPr/>
        </p:nvSpPr>
        <p:spPr>
          <a:xfrm>
            <a:off x="3192855" y="2498754"/>
            <a:ext cx="1629624" cy="6699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</a:t>
            </a:r>
            <a:r>
              <a:rPr lang="en-US" altLang="zh-CN" dirty="0" err="1"/>
              <a:t>roduct</a:t>
            </a:r>
            <a:r>
              <a:rPr lang="en-US" altLang="zh-CN" dirty="0"/>
              <a:t> Detect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8579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E5532-E957-0E54-BF20-197B9AC0C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A83D7-06D0-7C52-AD95-5C550826F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2459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31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Mini Mes system</vt:lpstr>
      <vt:lpstr>Work Flow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Gao Yunpeng</dc:creator>
  <cp:lastModifiedBy>Gao Yunpeng</cp:lastModifiedBy>
  <cp:revision>1</cp:revision>
  <dcterms:created xsi:type="dcterms:W3CDTF">2026-05-16T11:57:50Z</dcterms:created>
  <dcterms:modified xsi:type="dcterms:W3CDTF">2026-05-16T21:56:24Z</dcterms:modified>
</cp:coreProperties>
</file>